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sldIdLst>
    <p:sldId id="256" r:id="rId2"/>
  </p:sldIdLst>
  <p:sldSz cx="9601200" cy="128016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8184A2-41A9-4044-AFFF-06072CBBA7E0}" v="5" dt="2026-03-31T04:27:11.3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0" d="100"/>
          <a:sy n="40" d="100"/>
        </p:scale>
        <p:origin x="257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9A3A1-0CF7-4026-9973-9B026C159291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486AC-95D5-4A3C-A14E-6BF81E1F0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113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9A3A1-0CF7-4026-9973-9B026C159291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486AC-95D5-4A3C-A14E-6BF81E1F0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898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/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9A3A1-0CF7-4026-9973-9B026C159291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486AC-95D5-4A3C-A14E-6BF81E1F0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558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9A3A1-0CF7-4026-9973-9B026C159291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486AC-95D5-4A3C-A14E-6BF81E1F0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107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9A3A1-0CF7-4026-9973-9B026C159291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486AC-95D5-4A3C-A14E-6BF81E1F0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78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9A3A1-0CF7-4026-9973-9B026C159291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486AC-95D5-4A3C-A14E-6BF81E1F0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899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9A3A1-0CF7-4026-9973-9B026C159291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486AC-95D5-4A3C-A14E-6BF81E1F0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538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9A3A1-0CF7-4026-9973-9B026C159291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486AC-95D5-4A3C-A14E-6BF81E1F0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55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9A3A1-0CF7-4026-9973-9B026C159291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486AC-95D5-4A3C-A14E-6BF81E1F0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045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9A3A1-0CF7-4026-9973-9B026C159291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486AC-95D5-4A3C-A14E-6BF81E1F0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867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9A3A1-0CF7-4026-9973-9B026C159291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486AC-95D5-4A3C-A14E-6BF81E1F0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42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F9A3A1-0CF7-4026-9973-9B026C159291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3486AC-95D5-4A3C-A14E-6BF81E1F0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657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kumimoji="1"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kumimoji="1"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>
            <a:extLst>
              <a:ext uri="{FF2B5EF4-FFF2-40B4-BE49-F238E27FC236}">
                <a16:creationId xmlns:a16="http://schemas.microsoft.com/office/drawing/2014/main" id="{8C9835AC-CE24-241C-390B-7A81B15E17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62926"/>
            <a:ext cx="4800600" cy="6170373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7C598F48-ACDB-E396-F3A6-B47EC193A8A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2613" y="6508800"/>
            <a:ext cx="4758587" cy="6116372"/>
          </a:xfrm>
          <a:prstGeom prst="rect">
            <a:avLst/>
          </a:prstGeom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4043F775-2FE4-7CBA-16DF-5729AD8F36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427"/>
            <a:ext cx="4800600" cy="6170373"/>
          </a:xfrm>
          <a:prstGeom prst="rect">
            <a:avLst/>
          </a:prstGeom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5DEA37C1-29B2-CDC9-7078-E16B1555C6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2613" y="168301"/>
            <a:ext cx="4758587" cy="61163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2013 - 2022 テーマ">
  <a:themeElements>
    <a:clrScheme name="Office 2013 - 2022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</TotalTime>
  <Words>0</Words>
  <Application>Microsoft Office PowerPoint</Application>
  <PresentationFormat>A3 297x420 mm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チャン　ヴィン　チュオン</dc:creator>
  <cp:lastModifiedBy>Đặng Thảo</cp:lastModifiedBy>
  <cp:revision>4</cp:revision>
  <dcterms:created xsi:type="dcterms:W3CDTF">2026-03-01T16:16:00Z</dcterms:created>
  <dcterms:modified xsi:type="dcterms:W3CDTF">2026-03-31T04:27:56Z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1041-11.8.2.8531</vt:lpwstr>
  </property>
</Properties>
</file>